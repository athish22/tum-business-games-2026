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Einleitung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 vorstellen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Lieferzeiten zu lang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Schnelle Entscheidung nötig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