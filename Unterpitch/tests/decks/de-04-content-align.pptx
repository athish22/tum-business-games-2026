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Hohe Fehlerquote in der Fertigung</a:t>
            </a:r>
          </a:p>
          <a:p>
            <a:r>
              <a:t>Manuelle Prüfung dauert zu lange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KI-gestützte Bildprüfung</a:t>
            </a:r>
          </a:p>
          <a:p>
            <a:r>
              <a:t>Kamera an jeder Linie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Fehlerquote halbiert</a:t>
            </a:r>
          </a:p>
          <a:p>
            <a:r>
              <a:t>Prüfzeit von 5 auf 1 Minute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Ausrollen auf alle Werke</a:t>
            </a:r>
          </a:p>
          <a:p>
            <a:r>
              <a:t>Schulung der Mitarbeiter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