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Onboarding takes three weeks</a:t>
            </a:r>
          </a:p>
          <a:p>
            <a:r>
              <a:t>Support tickets doubled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Self-service setup wizard</a:t>
            </a:r>
          </a:p>
          <a:p>
            <a:r>
              <a:t>In-app guided tours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Onboarding cut to 4 days</a:t>
            </a:r>
          </a:p>
          <a:p>
            <a:r>
              <a:t>Ticket volume down 35%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