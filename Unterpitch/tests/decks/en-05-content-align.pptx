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introduction</a:t>
            </a:r>
          </a:p>
          <a:p>
            <a:r>
              <a:t>Goals for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</a:t>
            </a:r>
          </a:p>
          <a:p>
            <a:r>
              <a:t>Margin stable at 22%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NPS improved to 51</a:t>
            </a:r>
          </a:p>
          <a:p>
            <a:r>
              <a:t>Top request: dark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Supplier delays</a:t>
            </a:r>
          </a:p>
          <a:p>
            <a:r>
              <a:t>Currency exposure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two engineers</a:t>
            </a:r>
          </a:p>
          <a:p>
            <a:r>
              <a:t>Ship dark mode in June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