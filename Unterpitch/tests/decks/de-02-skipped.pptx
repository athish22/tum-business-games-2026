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Marktanalyse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Marktvolumen 2 Mrd. Euro</a:t>
            </a:r>
          </a:p>
          <a:p>
            <a:r>
              <a:t>Wachstum 7% pro Jahr</a:t>
            </a:r>
          </a:p>
          <a:p>
            <a:r>
              <a:t>Hauptwettbewerber: Firma 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Fokus auf Mittelstand</a:t>
            </a:r>
          </a:p>
          <a:p>
            <a:r>
              <a:t>Partnerschaften mit Systemhäusern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