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Projektziel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Neues CRM bis März einführen</a:t>
            </a:r>
          </a:p>
          <a:p>
            <a:r>
              <a:t>Vertriebsprozesse vereinheitlichen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Zeitplan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Pilotphase im Januar</a:t>
            </a:r>
          </a:p>
          <a:p>
            <a:r>
              <a:t>Rollout in drei Wellen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Gesamtbudget 250.000 Euro</a:t>
            </a:r>
          </a:p>
          <a:p>
            <a:r>
              <a:t>Lizenzkosten 40%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