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tiers: Basic, Pro, Enterprise</a:t>
            </a:r>
          </a:p>
          <a:p>
            <a:r>
              <a:t>Annual discount 20%</a:t>
            </a:r>
          </a:p>
          <a:p>
            <a:r>
              <a:t>Free trial 14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 channel in EMEA</a:t>
            </a:r>
          </a:p>
          <a:p>
            <a:r>
              <a:t>Launch event in May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