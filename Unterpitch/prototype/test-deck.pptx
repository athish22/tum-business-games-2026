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Wachstum betonen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Umsatzentwicklung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Umsatz +12% ggü. Vorjahr</a:t>
            </a:r>
          </a:p>
          <a:p>
            <a:r>
              <a:t>Treiber: Neukunden DACH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Personalkosten +5%</a:t>
            </a:r>
          </a:p>
          <a:p>
            <a:r>
              <a:t>EBIT-Marge 14%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